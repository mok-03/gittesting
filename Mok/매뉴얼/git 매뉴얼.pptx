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2" r:id="rId13"/>
    <p:sldId id="281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1" autoAdjust="0"/>
    <p:restoredTop sz="94660"/>
  </p:normalViewPr>
  <p:slideViewPr>
    <p:cSldViewPr snapToGrid="0">
      <p:cViewPr varScale="1">
        <p:scale>
          <a:sx n="67" d="100"/>
          <a:sy n="67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5F021-2AD3-4DB0-8D8B-80BBF37ED6F7}" type="datetimeFigureOut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154D1-EFF8-4089-B45E-DD900B222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07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949700" y="2903538"/>
            <a:ext cx="4203700" cy="549275"/>
          </a:xfrm>
        </p:spPr>
        <p:txBody>
          <a:bodyPr anchor="b"/>
          <a:lstStyle>
            <a:lvl1pPr algn="ctr">
              <a:defRPr sz="2800">
                <a:latin typeface="-윤고딕330" panose="020B0600000101010101" charset="-127"/>
                <a:ea typeface="-윤고딕330" panose="020B0600000101010101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24400" y="5229229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5767A50E-F653-49FE-9A02-3C692E641817}" type="datetime1">
              <a:rPr lang="ko-KR" altLang="en-US" smtClean="0"/>
              <a:t>2021-10-26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622967" y="2801938"/>
            <a:ext cx="285716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액자 7"/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87"/>
            </a:avLst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1EA886-DD6E-4F4D-BC01-53ED515A49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96" y="5604121"/>
            <a:ext cx="702808" cy="32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84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7BD6-AB64-47F1-87C7-BD7E92F954E0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r>
              <a:rPr lang="en-US" altLang="ko-KR" dirty="0" smtClean="0"/>
              <a:t>P</a:t>
            </a:r>
            <a:endParaRPr lang="ko-KR" altLang="en-US" dirty="0"/>
          </a:p>
        </p:txBody>
      </p:sp>
      <p:sp>
        <p:nvSpPr>
          <p:cNvPr id="7" name="액자 6"/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87"/>
            </a:avLst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37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8B04-646F-4ED3-952D-3C37B5F9E382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2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6CD2-F0ED-4EC0-9164-7D1CE1341CE4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1F13-9873-4B9A-A17A-0F81457FCC70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7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6B4E-14E0-4CB2-92CC-1D06508710D8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3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0AA4-F41F-4CFD-AA29-676B8BA4803E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01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44BE-A551-4F81-B9DC-87119DD4A049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40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A026E-62EB-4C0C-BCBE-1FE432D10B7F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7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C43A-D75B-4CA6-BD81-E13776ED17ED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5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64A8-F85C-45B9-A781-4D6F85824FC6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2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3168E-51D7-4898-B6F4-E1D6216A36F8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7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desktop.github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70793" y="5319651"/>
            <a:ext cx="245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2021.05.06</a:t>
            </a:r>
            <a:endParaRPr lang="ko-KR" altLang="en-US" sz="1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spc="-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-윤고딕330" panose="02030504000101010101" pitchFamily="18" charset="-127"/>
                <a:ea typeface="-윤고딕330" panose="02030504000101010101" pitchFamily="18" charset="-127"/>
                <a:cs typeface="MV Boli" panose="02000500030200090000" pitchFamily="2" charset="0"/>
              </a:rPr>
              <a:t>Git  </a:t>
            </a:r>
            <a:r>
              <a:rPr lang="ko-KR" altLang="en-US" b="1" spc="-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-윤고딕330" panose="02030504000101010101" pitchFamily="18" charset="-127"/>
                <a:ea typeface="-윤고딕330" panose="02030504000101010101" pitchFamily="18" charset="-127"/>
                <a:cs typeface="MV Boli" panose="02000500030200090000" pitchFamily="2" charset="0"/>
              </a:rPr>
              <a:t>매뉴얼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54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d">
            <a:extLst>
              <a:ext uri="{FF2B5EF4-FFF2-40B4-BE49-F238E27FC236}">
                <a16:creationId xmlns:a16="http://schemas.microsoft.com/office/drawing/2014/main" id="{8FE6971A-DA8E-4078-AE40-7778A9BBD32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01711" y="1182922"/>
            <a:ext cx="4500631" cy="3600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Git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1.1)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다운로드                     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P3~10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 명령어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	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1.2.1)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명령어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(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기본 명령어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)                       P10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1.2.2)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명령어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(</a:t>
            </a:r>
            <a:r>
              <a:rPr lang="ko-KR" altLang="en-US" sz="12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커밋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,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리셋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)                        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P11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1.2.3)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명령어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(GitHub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업로드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)                   P12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1.2.4)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명령어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(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주소 세팅 변경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)                   P13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1.2.4)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명령어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(GitHub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받아오기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3" action="ppaction://hlinksldjump"/>
              </a:rPr>
              <a:t>)                P14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2)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Git Desktop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2.1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)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다운로드                     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P14~10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7424" y="449484"/>
            <a:ext cx="2549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목</a:t>
            </a:r>
            <a:r>
              <a:rPr lang="en-US" altLang="ko-KR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		</a:t>
            </a:r>
            <a:r>
              <a:rPr lang="ko-KR" altLang="en-US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차</a:t>
            </a:r>
            <a:endParaRPr lang="ko-KR" altLang="en-US" sz="1600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2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91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4275" y="2443264"/>
            <a:ext cx="352737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Download </a:t>
            </a:r>
            <a:r>
              <a:rPr lang="ko-KR" altLang="en-US" sz="2400" dirty="0" smtClean="0"/>
              <a:t> 버튼 클릭</a:t>
            </a:r>
            <a:endParaRPr lang="en-US" altLang="ko-KR" sz="2400" dirty="0" smtClean="0"/>
          </a:p>
        </p:txBody>
      </p:sp>
      <p:grpSp>
        <p:nvGrpSpPr>
          <p:cNvPr id="4" name="그룹 3"/>
          <p:cNvGrpSpPr/>
          <p:nvPr/>
        </p:nvGrpSpPr>
        <p:grpSpPr>
          <a:xfrm>
            <a:off x="304652" y="3061204"/>
            <a:ext cx="3672988" cy="2796492"/>
            <a:chOff x="1212988" y="3007454"/>
            <a:chExt cx="4225662" cy="340698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88" y="3007454"/>
              <a:ext cx="4172320" cy="2908424"/>
            </a:xfrm>
            <a:prstGeom prst="rect">
              <a:avLst/>
            </a:prstGeom>
          </p:spPr>
        </p:pic>
        <p:grpSp>
          <p:nvGrpSpPr>
            <p:cNvPr id="12" name="그룹 11"/>
            <p:cNvGrpSpPr/>
            <p:nvPr/>
          </p:nvGrpSpPr>
          <p:grpSpPr>
            <a:xfrm>
              <a:off x="1321177" y="3700984"/>
              <a:ext cx="4117473" cy="2713454"/>
              <a:chOff x="2281614" y="2536169"/>
              <a:chExt cx="4867544" cy="4028643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2281614" y="6016468"/>
                <a:ext cx="4867544" cy="548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smtClean="0"/>
                  <a:t>주소 </a:t>
                </a:r>
                <a:r>
                  <a:rPr lang="en-US" altLang="ko-KR" dirty="0" smtClean="0"/>
                  <a:t>: </a:t>
                </a:r>
                <a:r>
                  <a:rPr lang="en-US" altLang="ko-KR" dirty="0"/>
                  <a:t>https://git-scm.com/downloads</a:t>
                </a:r>
                <a:endParaRPr lang="ko-KR" altLang="en-US" dirty="0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5138259" y="2767003"/>
                <a:ext cx="1520772" cy="47921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328000" y="2536169"/>
                <a:ext cx="583814" cy="46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.1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3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4150251" y="3070312"/>
            <a:ext cx="2967114" cy="1257375"/>
            <a:chOff x="7325514" y="3717563"/>
            <a:chExt cx="2967114" cy="1257375"/>
          </a:xfrm>
        </p:grpSpPr>
        <p:grpSp>
          <p:nvGrpSpPr>
            <p:cNvPr id="13" name="그룹 12"/>
            <p:cNvGrpSpPr/>
            <p:nvPr/>
          </p:nvGrpSpPr>
          <p:grpSpPr>
            <a:xfrm>
              <a:off x="7325514" y="3717563"/>
              <a:ext cx="2885277" cy="1257375"/>
              <a:chOff x="7079846" y="1273365"/>
              <a:chExt cx="2885277" cy="1257375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1753" y="1504197"/>
                <a:ext cx="2593370" cy="1026543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7079846" y="1273365"/>
                <a:ext cx="5838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 smtClean="0">
                    <a:solidFill>
                      <a:srgbClr val="FF0000"/>
                    </a:solidFill>
                  </a:rPr>
                  <a:t>(2)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7689" y="4379452"/>
              <a:ext cx="2634939" cy="497710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916823" y="2443264"/>
            <a:ext cx="1644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Exe</a:t>
            </a:r>
            <a:r>
              <a:rPr lang="ko-KR" altLang="en-US" sz="2400" dirty="0" smtClean="0"/>
              <a:t>설치</a:t>
            </a:r>
            <a:endParaRPr lang="en-US" altLang="ko-KR" sz="2400" dirty="0" smtClean="0"/>
          </a:p>
        </p:txBody>
      </p:sp>
      <p:pic>
        <p:nvPicPr>
          <p:cNvPr id="1026" name="Picture 2" descr="https://blog.kakaocdn.net/dn/TIVC6/btqCtXfzOPU/kqBIwYxpyFhH0BfT4IOGV0/im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23" y="3222786"/>
            <a:ext cx="3549141" cy="290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8222742" y="2345626"/>
            <a:ext cx="1931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3) Next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클릭</a:t>
            </a:r>
            <a:endParaRPr lang="en-US" altLang="ko-KR" sz="24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9280293" y="5674325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(3)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9852660" y="5857697"/>
            <a:ext cx="514350" cy="22406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blog.kakaocdn.net/dn/neIaG/btqCuZD9LP2/a78Yukdl3XKk22JtnbGvz0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17" y="3301144"/>
            <a:ext cx="3395553" cy="277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374012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설치 경로 지정 후 </a:t>
            </a:r>
            <a:r>
              <a:rPr lang="en-US" altLang="ko-KR" sz="2400" dirty="0" smtClean="0"/>
              <a:t>next</a:t>
            </a:r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.2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4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6446717" y="5794631"/>
            <a:ext cx="697033" cy="495182"/>
            <a:chOff x="7206890" y="4371492"/>
            <a:chExt cx="3044819" cy="1091016"/>
          </a:xfrm>
        </p:grpSpPr>
        <p:sp>
          <p:nvSpPr>
            <p:cNvPr id="9" name="TextBox 8"/>
            <p:cNvSpPr txBox="1"/>
            <p:nvPr/>
          </p:nvSpPr>
          <p:spPr>
            <a:xfrm>
              <a:off x="7206890" y="4810981"/>
              <a:ext cx="1511906" cy="651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369476" y="2443264"/>
            <a:ext cx="3238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설치 구성요소 선택</a:t>
            </a:r>
            <a:endParaRPr lang="en-US" altLang="ko-KR" sz="2400" dirty="0" smtClean="0"/>
          </a:p>
        </p:txBody>
      </p:sp>
      <p:grpSp>
        <p:nvGrpSpPr>
          <p:cNvPr id="5" name="그룹 4"/>
          <p:cNvGrpSpPr/>
          <p:nvPr/>
        </p:nvGrpSpPr>
        <p:grpSpPr>
          <a:xfrm>
            <a:off x="188142" y="3301144"/>
            <a:ext cx="3647348" cy="2780617"/>
            <a:chOff x="0" y="3301144"/>
            <a:chExt cx="4030978" cy="3063531"/>
          </a:xfrm>
        </p:grpSpPr>
        <p:pic>
          <p:nvPicPr>
            <p:cNvPr id="2050" name="Picture 2" descr="https://blog.kakaocdn.net/dn/MtgVL/btqCrPbeIZ7/YXk9FHE9SOqpCVYJ87l241/img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232" y="3301144"/>
              <a:ext cx="3745746" cy="3063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그룹 11"/>
            <p:cNvGrpSpPr/>
            <p:nvPr/>
          </p:nvGrpSpPr>
          <p:grpSpPr>
            <a:xfrm>
              <a:off x="0" y="4423410"/>
              <a:ext cx="3051812" cy="432388"/>
              <a:chOff x="4787678" y="2528463"/>
              <a:chExt cx="1871353" cy="956288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5138259" y="2767003"/>
                <a:ext cx="1520772" cy="47921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787678" y="2528463"/>
                <a:ext cx="443203" cy="956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938" y="2905246"/>
            <a:ext cx="4198524" cy="324750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74983" y="2067306"/>
            <a:ext cx="2111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2</a:t>
            </a:r>
            <a:r>
              <a:rPr lang="ko-KR" altLang="en-US" sz="2400" dirty="0" smtClean="0"/>
              <a:t>번 항목 설명</a:t>
            </a:r>
            <a:endParaRPr lang="en-US" altLang="ko-KR" sz="24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7882938" y="6072100"/>
            <a:ext cx="3811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https://goddaehee.tistory.com/216</a:t>
            </a:r>
            <a:endParaRPr lang="ko-KR" altLang="en-US" sz="1200" dirty="0"/>
          </a:p>
        </p:txBody>
      </p:sp>
      <p:sp>
        <p:nvSpPr>
          <p:cNvPr id="29" name="직사각형 28"/>
          <p:cNvSpPr/>
          <p:nvPr/>
        </p:nvSpPr>
        <p:spPr>
          <a:xfrm>
            <a:off x="4639960" y="4273326"/>
            <a:ext cx="2846690" cy="11787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2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1490" b="894"/>
          <a:stretch/>
        </p:blipFill>
        <p:spPr>
          <a:xfrm>
            <a:off x="4336374" y="3269573"/>
            <a:ext cx="3445758" cy="279416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47" y="3269573"/>
            <a:ext cx="3422839" cy="2839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3347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시작 폴더 경로 선택</a:t>
            </a:r>
            <a:endParaRPr lang="en-US" altLang="ko-KR" sz="2400" dirty="0" smtClean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.3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5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6446717" y="5794631"/>
            <a:ext cx="697033" cy="495182"/>
            <a:chOff x="7206890" y="4371492"/>
            <a:chExt cx="3044819" cy="1091016"/>
          </a:xfrm>
        </p:grpSpPr>
        <p:sp>
          <p:nvSpPr>
            <p:cNvPr id="9" name="TextBox 8"/>
            <p:cNvSpPr txBox="1"/>
            <p:nvPr/>
          </p:nvSpPr>
          <p:spPr>
            <a:xfrm>
              <a:off x="7206890" y="4810981"/>
              <a:ext cx="1511906" cy="651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369476" y="2443264"/>
            <a:ext cx="3029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사용할 </a:t>
            </a:r>
            <a:r>
              <a:rPr lang="en-US" altLang="ko-KR" sz="2400" dirty="0" smtClean="0"/>
              <a:t>editor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</p:txBody>
      </p:sp>
      <p:grpSp>
        <p:nvGrpSpPr>
          <p:cNvPr id="5" name="그룹 4"/>
          <p:cNvGrpSpPr/>
          <p:nvPr/>
        </p:nvGrpSpPr>
        <p:grpSpPr>
          <a:xfrm>
            <a:off x="188142" y="4319769"/>
            <a:ext cx="3021649" cy="1707982"/>
            <a:chOff x="0" y="4423410"/>
            <a:chExt cx="3339468" cy="1881761"/>
          </a:xfrm>
        </p:grpSpPr>
        <p:grpSp>
          <p:nvGrpSpPr>
            <p:cNvPr id="12" name="그룹 11"/>
            <p:cNvGrpSpPr/>
            <p:nvPr/>
          </p:nvGrpSpPr>
          <p:grpSpPr>
            <a:xfrm>
              <a:off x="0" y="4423410"/>
              <a:ext cx="3051812" cy="432388"/>
              <a:chOff x="4787678" y="2528463"/>
              <a:chExt cx="1871353" cy="956288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5138259" y="2767003"/>
                <a:ext cx="1520772" cy="47921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787678" y="2528463"/>
                <a:ext cx="443203" cy="956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4526279" y="4024941"/>
            <a:ext cx="2872231" cy="19080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079" y="1162798"/>
            <a:ext cx="3566899" cy="2980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66320" y="477617"/>
            <a:ext cx="3682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3) </a:t>
            </a:r>
            <a:r>
              <a:rPr lang="ko-KR" altLang="en-US" sz="2400" dirty="0" smtClean="0"/>
              <a:t>초기 </a:t>
            </a:r>
            <a:r>
              <a:rPr lang="en-US" altLang="ko-KR" sz="2400" dirty="0" smtClean="0"/>
              <a:t>Branch </a:t>
            </a:r>
            <a:r>
              <a:rPr lang="ko-KR" altLang="en-US" sz="2400" dirty="0" smtClean="0"/>
              <a:t>이름 선택</a:t>
            </a:r>
            <a:endParaRPr lang="en-US" altLang="ko-KR" sz="2400" dirty="0" smtClean="0"/>
          </a:p>
        </p:txBody>
      </p:sp>
      <p:grpSp>
        <p:nvGrpSpPr>
          <p:cNvPr id="26" name="그룹 25"/>
          <p:cNvGrpSpPr/>
          <p:nvPr/>
        </p:nvGrpSpPr>
        <p:grpSpPr>
          <a:xfrm>
            <a:off x="10334763" y="3850499"/>
            <a:ext cx="697033" cy="661137"/>
            <a:chOff x="7206890" y="4371492"/>
            <a:chExt cx="3044819" cy="1456658"/>
          </a:xfrm>
        </p:grpSpPr>
        <p:sp>
          <p:nvSpPr>
            <p:cNvPr id="28" name="TextBox 27"/>
            <p:cNvSpPr txBox="1"/>
            <p:nvPr/>
          </p:nvSpPr>
          <p:spPr>
            <a:xfrm>
              <a:off x="7206890" y="4810981"/>
              <a:ext cx="2550249" cy="10171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</a:t>
              </a:r>
              <a:r>
                <a:rPr lang="en-US" altLang="ko-KR" sz="2400" b="1" dirty="0">
                  <a:solidFill>
                    <a:srgbClr val="FF0000"/>
                  </a:solidFill>
                </a:rPr>
                <a:t>3</a:t>
              </a:r>
              <a:r>
                <a:rPr lang="en-US" altLang="ko-KR" sz="2400" b="1" dirty="0" smtClean="0">
                  <a:solidFill>
                    <a:srgbClr val="FF0000"/>
                  </a:solidFill>
                </a:rPr>
                <a:t>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8224421" y="1876524"/>
            <a:ext cx="3285590" cy="17267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057817" y="4280803"/>
            <a:ext cx="4469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/>
              <a:t>1. Let </a:t>
            </a:r>
            <a:r>
              <a:rPr lang="en-US" altLang="ko-KR" sz="2400" b="1" dirty="0" err="1" smtClean="0"/>
              <a:t>git</a:t>
            </a:r>
            <a:r>
              <a:rPr lang="en-US" altLang="ko-KR" sz="2400" b="1" dirty="0" smtClean="0"/>
              <a:t> decide 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</a:t>
            </a:r>
            <a:r>
              <a:rPr lang="ko-KR" altLang="en-US" dirty="0" smtClean="0"/>
              <a:t>초기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이름을 </a:t>
            </a:r>
            <a:r>
              <a:rPr lang="en-US" altLang="ko-KR" dirty="0" smtClean="0"/>
              <a:t>master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 smtClean="0"/>
              <a:t>2. Override the…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 원하는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이름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 smtClean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854" y="1423934"/>
            <a:ext cx="3242685" cy="26849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0" y="3255949"/>
            <a:ext cx="3399603" cy="2771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2622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환경 변수 세팅</a:t>
            </a:r>
            <a:endParaRPr lang="en-US" altLang="ko-KR" sz="2400" dirty="0" smtClean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.4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6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88141" y="4024943"/>
            <a:ext cx="3513522" cy="2002809"/>
            <a:chOff x="-1" y="4098586"/>
            <a:chExt cx="3883077" cy="2206585"/>
          </a:xfrm>
        </p:grpSpPr>
        <p:grpSp>
          <p:nvGrpSpPr>
            <p:cNvPr id="12" name="그룹 11"/>
            <p:cNvGrpSpPr/>
            <p:nvPr/>
          </p:nvGrpSpPr>
          <p:grpSpPr>
            <a:xfrm>
              <a:off x="-1" y="4098586"/>
              <a:ext cx="3883077" cy="1751651"/>
              <a:chOff x="4787678" y="1810068"/>
              <a:chExt cx="2381080" cy="3874026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5138258" y="1810068"/>
                <a:ext cx="2030500" cy="3874026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787678" y="2528463"/>
                <a:ext cx="443203" cy="956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8066320" y="477617"/>
            <a:ext cx="3021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2) https </a:t>
            </a:r>
            <a:r>
              <a:rPr lang="ko-KR" altLang="en-US" sz="2400" dirty="0" smtClean="0"/>
              <a:t>인증서 선택</a:t>
            </a:r>
            <a:endParaRPr lang="en-US" altLang="ko-KR" sz="2400" dirty="0" smtClean="0"/>
          </a:p>
        </p:txBody>
      </p:sp>
      <p:grpSp>
        <p:nvGrpSpPr>
          <p:cNvPr id="26" name="그룹 25"/>
          <p:cNvGrpSpPr/>
          <p:nvPr/>
        </p:nvGrpSpPr>
        <p:grpSpPr>
          <a:xfrm>
            <a:off x="10334763" y="3863340"/>
            <a:ext cx="603747" cy="648296"/>
            <a:chOff x="7206890" y="4371492"/>
            <a:chExt cx="3044819" cy="1456658"/>
          </a:xfrm>
        </p:grpSpPr>
        <p:sp>
          <p:nvSpPr>
            <p:cNvPr id="28" name="TextBox 27"/>
            <p:cNvSpPr txBox="1"/>
            <p:nvPr/>
          </p:nvSpPr>
          <p:spPr>
            <a:xfrm>
              <a:off x="7206890" y="4810981"/>
              <a:ext cx="2550249" cy="10171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</a:t>
              </a:r>
              <a:r>
                <a:rPr lang="en-US" altLang="ko-KR" sz="2400" b="1" dirty="0">
                  <a:solidFill>
                    <a:srgbClr val="FF0000"/>
                  </a:solidFill>
                </a:rPr>
                <a:t>3</a:t>
              </a:r>
              <a:r>
                <a:rPr lang="en-US" altLang="ko-KR" sz="2400" b="1" dirty="0" smtClean="0">
                  <a:solidFill>
                    <a:srgbClr val="FF0000"/>
                  </a:solidFill>
                </a:rPr>
                <a:t>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8264854" y="2005785"/>
            <a:ext cx="3088946" cy="119371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057817" y="4280803"/>
            <a:ext cx="41341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/>
              <a:t>1. Use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the </a:t>
            </a:r>
            <a:r>
              <a:rPr lang="en-US" altLang="ko-KR" sz="2400" b="1" dirty="0" err="1" smtClean="0"/>
              <a:t>OpenSLL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 </a:t>
            </a:r>
            <a:r>
              <a:rPr lang="en-US" altLang="ko-KR" dirty="0" smtClean="0"/>
              <a:t>ssh.exe </a:t>
            </a:r>
            <a:r>
              <a:rPr lang="ko-KR" altLang="en-US" dirty="0" smtClean="0"/>
              <a:t>제공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 smtClean="0"/>
              <a:t>2. Use external </a:t>
            </a:r>
            <a:r>
              <a:rPr lang="en-US" altLang="ko-KR" sz="2400" b="1" dirty="0" err="1" smtClean="0"/>
              <a:t>OpenSLL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외부</a:t>
            </a:r>
            <a:r>
              <a:rPr lang="en-US" altLang="ko-KR" b="1" dirty="0"/>
              <a:t> </a:t>
            </a:r>
            <a:r>
              <a:rPr lang="en-US" altLang="ko-KR" dirty="0" smtClean="0"/>
              <a:t>ssh.exe </a:t>
            </a:r>
            <a:r>
              <a:rPr lang="ko-KR" altLang="en-US" dirty="0" smtClean="0"/>
              <a:t>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5402" y="3494028"/>
            <a:ext cx="42464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/>
              <a:t>1)Use Git from..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 smtClean="0"/>
              <a:t>깃 명령어를 </a:t>
            </a:r>
            <a:r>
              <a:rPr lang="en-US" altLang="ko-KR" sz="1400" dirty="0" smtClean="0"/>
              <a:t>Git Bash </a:t>
            </a:r>
            <a:r>
              <a:rPr lang="ko-KR" altLang="en-US" sz="1400" dirty="0" smtClean="0"/>
              <a:t>안에서만 수행가능하다</a:t>
            </a:r>
            <a:r>
              <a:rPr lang="en-US" altLang="ko-KR" sz="1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/>
              <a:t>2)</a:t>
            </a:r>
            <a:r>
              <a:rPr lang="en-US" altLang="ko-KR" sz="2000" dirty="0" err="1" smtClean="0"/>
              <a:t>Git</a:t>
            </a:r>
            <a:r>
              <a:rPr lang="en-US" altLang="ko-KR" sz="2000" dirty="0" smtClean="0"/>
              <a:t> from the ..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 smtClean="0"/>
              <a:t>Git</a:t>
            </a:r>
            <a:r>
              <a:rPr lang="ko-KR" altLang="en-US" sz="1400" dirty="0" smtClean="0"/>
              <a:t>을 </a:t>
            </a:r>
            <a:r>
              <a:rPr lang="ko-KR" altLang="en-US" sz="1400" dirty="0" err="1" smtClean="0"/>
              <a:t>환경변수에</a:t>
            </a:r>
            <a:r>
              <a:rPr lang="ko-KR" altLang="en-US" sz="1400" dirty="0" smtClean="0"/>
              <a:t> 등록하고 </a:t>
            </a:r>
            <a:r>
              <a:rPr lang="en-US" altLang="ko-KR" sz="1400" dirty="0" err="1" smtClean="0"/>
              <a:t>Cmd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powershell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등에서 사용가능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en-US" altLang="ko-KR" sz="2000" dirty="0" smtClean="0"/>
              <a:t>3)Use Git and..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 err="1" smtClean="0"/>
              <a:t>Cmd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git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외에 여러 툴 사용가능</a:t>
            </a:r>
            <a:endParaRPr lang="en-US" altLang="ko-KR" sz="1400" dirty="0" smtClean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9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288" y="1561607"/>
            <a:ext cx="3142363" cy="258458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33" y="2968593"/>
            <a:ext cx="3710044" cy="3059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3129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보안서버 접속방법</a:t>
            </a:r>
            <a:endParaRPr lang="en-US" altLang="ko-KR" sz="2400" dirty="0" smtClean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.5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7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364856" y="3750197"/>
            <a:ext cx="3490544" cy="2277555"/>
            <a:chOff x="195301" y="3795886"/>
            <a:chExt cx="3857682" cy="2509285"/>
          </a:xfrm>
        </p:grpSpPr>
        <p:grpSp>
          <p:nvGrpSpPr>
            <p:cNvPr id="12" name="그룹 11"/>
            <p:cNvGrpSpPr/>
            <p:nvPr/>
          </p:nvGrpSpPr>
          <p:grpSpPr>
            <a:xfrm>
              <a:off x="195301" y="3795886"/>
              <a:ext cx="3857682" cy="1774464"/>
              <a:chOff x="4907436" y="1140604"/>
              <a:chExt cx="2365508" cy="3924479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4989626" y="1140604"/>
                <a:ext cx="2283318" cy="3045993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907436" y="4108794"/>
                <a:ext cx="443203" cy="956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108699" y="686838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</a:t>
            </a:r>
            <a:r>
              <a:rPr lang="ko-KR" altLang="en-US" dirty="0"/>
              <a:t> </a:t>
            </a:r>
            <a:r>
              <a:rPr lang="ko-KR" altLang="en-US" b="1" dirty="0"/>
              <a:t>텍스트 파일에서 줄 끝 부분을 어떻게 처리할 것인지</a:t>
            </a:r>
            <a:r>
              <a:rPr lang="ko-KR" altLang="en-US" sz="2400" b="1" dirty="0" smtClean="0"/>
              <a:t> </a:t>
            </a:r>
            <a:r>
              <a:rPr lang="ko-KR" altLang="en-US" b="1" dirty="0" smtClean="0"/>
              <a:t>선택</a:t>
            </a:r>
            <a:endParaRPr lang="en-US" altLang="ko-KR" b="1" dirty="0" smtClean="0"/>
          </a:p>
        </p:txBody>
      </p:sp>
      <p:grpSp>
        <p:nvGrpSpPr>
          <p:cNvPr id="26" name="그룹 25"/>
          <p:cNvGrpSpPr/>
          <p:nvPr/>
        </p:nvGrpSpPr>
        <p:grpSpPr>
          <a:xfrm>
            <a:off x="10334763" y="3863340"/>
            <a:ext cx="603747" cy="657263"/>
            <a:chOff x="7206890" y="4371492"/>
            <a:chExt cx="3044819" cy="1476806"/>
          </a:xfrm>
        </p:grpSpPr>
        <p:sp>
          <p:nvSpPr>
            <p:cNvPr id="28" name="TextBox 27"/>
            <p:cNvSpPr txBox="1"/>
            <p:nvPr/>
          </p:nvSpPr>
          <p:spPr>
            <a:xfrm>
              <a:off x="7206890" y="4810982"/>
              <a:ext cx="2944293" cy="103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8449518" y="2005784"/>
            <a:ext cx="2832535" cy="18575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057817" y="4280803"/>
            <a:ext cx="413418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/>
              <a:t>1. Use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the </a:t>
            </a:r>
            <a:r>
              <a:rPr lang="en-US" altLang="ko-KR" sz="2400" b="1" dirty="0" err="1" smtClean="0"/>
              <a:t>OpenSLL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 </a:t>
            </a:r>
            <a:r>
              <a:rPr lang="en-US" altLang="ko-KR" dirty="0" smtClean="0"/>
              <a:t>OpenSSL </a:t>
            </a:r>
            <a:r>
              <a:rPr lang="ko-KR" altLang="en-US" dirty="0" smtClean="0"/>
              <a:t>라이브러리를 사용한다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 smtClean="0"/>
              <a:t>2. Use external </a:t>
            </a:r>
            <a:r>
              <a:rPr lang="en-US" altLang="ko-KR" sz="2400" b="1" dirty="0" err="1" smtClean="0"/>
              <a:t>OpenSLL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외부</a:t>
            </a:r>
            <a:r>
              <a:rPr lang="en-US" altLang="ko-KR" b="1" dirty="0"/>
              <a:t> </a:t>
            </a:r>
            <a:r>
              <a:rPr lang="en-US" altLang="ko-KR" b="1" dirty="0" err="1"/>
              <a:t>OpenSLL</a:t>
            </a:r>
            <a:r>
              <a:rPr lang="ko-KR" altLang="en-US" dirty="0" smtClean="0"/>
              <a:t> 라이브러리 사용</a:t>
            </a:r>
            <a:endParaRPr lang="en-US" altLang="ko-KR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3855402" y="3494028"/>
            <a:ext cx="424641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/>
              <a:t>1)</a:t>
            </a:r>
            <a:r>
              <a:rPr lang="en-US" altLang="ko-KR" sz="2000" b="1" dirty="0"/>
              <a:t> Use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 </a:t>
            </a:r>
            <a:r>
              <a:rPr lang="en-US" altLang="ko-KR" sz="2000" b="1" dirty="0" err="1" smtClean="0"/>
              <a:t>OpenSLL</a:t>
            </a:r>
            <a:r>
              <a:rPr lang="en-US" altLang="ko-KR" sz="2000" b="1" dirty="0" smtClean="0"/>
              <a:t>..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400" dirty="0" smtClean="0"/>
              <a:t>깃 명령어를 </a:t>
            </a:r>
            <a:r>
              <a:rPr lang="en-US" altLang="ko-KR" sz="1400" dirty="0" smtClean="0"/>
              <a:t>Git Bash </a:t>
            </a:r>
            <a:r>
              <a:rPr lang="ko-KR" altLang="en-US" sz="1400" dirty="0" smtClean="0"/>
              <a:t>안에서만 수행가능하다</a:t>
            </a:r>
            <a:r>
              <a:rPr lang="en-US" altLang="ko-KR" sz="12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/>
              <a:t>2)</a:t>
            </a:r>
            <a:r>
              <a:rPr lang="en-US" altLang="ko-KR" sz="1400" b="1" dirty="0"/>
              <a:t>  </a:t>
            </a:r>
            <a:r>
              <a:rPr lang="en-US" altLang="ko-KR" sz="2000" b="1" dirty="0" smtClean="0"/>
              <a:t>Use The native windows</a:t>
            </a:r>
            <a:r>
              <a:rPr lang="en-US" altLang="ko-KR" sz="1400" b="1" dirty="0" smtClean="0"/>
              <a:t>..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Windows </a:t>
            </a:r>
            <a:r>
              <a:rPr lang="ko-KR" altLang="en-US" sz="1400" dirty="0"/>
              <a:t>인증서 저장소를 사용한다</a:t>
            </a:r>
            <a:endParaRPr lang="en-US" altLang="ko-KR" sz="1100" dirty="0" smtClean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8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432" y="3456977"/>
            <a:ext cx="3121262" cy="25707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47" y="3125897"/>
            <a:ext cx="3786485" cy="2901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3129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보안서버 접속방법</a:t>
            </a:r>
            <a:endParaRPr lang="en-US" altLang="ko-KR" sz="2400" dirty="0" smtClean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.6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8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364856" y="3750197"/>
            <a:ext cx="3490544" cy="2277555"/>
            <a:chOff x="195301" y="3795886"/>
            <a:chExt cx="3857682" cy="2509285"/>
          </a:xfrm>
        </p:grpSpPr>
        <p:grpSp>
          <p:nvGrpSpPr>
            <p:cNvPr id="12" name="그룹 11"/>
            <p:cNvGrpSpPr/>
            <p:nvPr/>
          </p:nvGrpSpPr>
          <p:grpSpPr>
            <a:xfrm>
              <a:off x="195301" y="3795886"/>
              <a:ext cx="3857682" cy="1774464"/>
              <a:chOff x="4907436" y="1140604"/>
              <a:chExt cx="2365508" cy="3924479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4989626" y="1140604"/>
                <a:ext cx="2283318" cy="3045993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907436" y="4108794"/>
                <a:ext cx="443203" cy="956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935432" y="2704401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Pull </a:t>
            </a:r>
            <a:r>
              <a:rPr lang="ko-KR" altLang="en-US" sz="2400" dirty="0" err="1" smtClean="0"/>
              <a:t>기본동작</a:t>
            </a:r>
            <a:endParaRPr lang="en-US" altLang="ko-KR" b="1" dirty="0" smtClean="0"/>
          </a:p>
        </p:txBody>
      </p:sp>
      <p:grpSp>
        <p:nvGrpSpPr>
          <p:cNvPr id="26" name="그룹 25"/>
          <p:cNvGrpSpPr/>
          <p:nvPr/>
        </p:nvGrpSpPr>
        <p:grpSpPr>
          <a:xfrm>
            <a:off x="9848626" y="5763447"/>
            <a:ext cx="603747" cy="657263"/>
            <a:chOff x="7206890" y="4371492"/>
            <a:chExt cx="3044819" cy="1476806"/>
          </a:xfrm>
        </p:grpSpPr>
        <p:sp>
          <p:nvSpPr>
            <p:cNvPr id="28" name="TextBox 27"/>
            <p:cNvSpPr txBox="1"/>
            <p:nvPr/>
          </p:nvSpPr>
          <p:spPr>
            <a:xfrm>
              <a:off x="7206890" y="4810982"/>
              <a:ext cx="2944293" cy="103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7963381" y="3905892"/>
            <a:ext cx="2832535" cy="7374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855402" y="3494028"/>
            <a:ext cx="424641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000" b="1" dirty="0" smtClean="0"/>
              <a:t>Use</a:t>
            </a: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MinTTY</a:t>
            </a:r>
            <a:endParaRPr lang="en-US" altLang="ko-KR" sz="2000" b="1" dirty="0" smtClean="0"/>
          </a:p>
          <a:p>
            <a:pPr lvl="1">
              <a:lnSpc>
                <a:spcPct val="150000"/>
              </a:lnSpc>
            </a:pPr>
            <a:r>
              <a:rPr lang="ko-KR" altLang="en-US" sz="1200" dirty="0" smtClean="0"/>
              <a:t>기본으로 설치되는 </a:t>
            </a:r>
            <a:r>
              <a:rPr lang="en-US" altLang="ko-KR" sz="1200" dirty="0" err="1" smtClean="0"/>
              <a:t>git</a:t>
            </a:r>
            <a:r>
              <a:rPr lang="en-US" altLang="ko-KR" sz="1200" dirty="0" smtClean="0"/>
              <a:t> bash </a:t>
            </a:r>
            <a:r>
              <a:rPr lang="ko-KR" altLang="en-US" sz="1200" dirty="0" smtClean="0"/>
              <a:t>터미널 사용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2000" dirty="0" smtClean="0"/>
              <a:t>2)</a:t>
            </a:r>
            <a:r>
              <a:rPr lang="en-US" altLang="ko-KR" sz="1400" b="1" dirty="0"/>
              <a:t>  </a:t>
            </a:r>
            <a:r>
              <a:rPr lang="en-US" altLang="ko-KR" sz="2000" b="1" dirty="0" smtClean="0"/>
              <a:t>Use windows</a:t>
            </a:r>
            <a:r>
              <a:rPr lang="en-US" altLang="ko-KR" sz="1400" b="1" dirty="0" smtClean="0"/>
              <a:t>..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en-US" altLang="ko-KR" sz="1400" dirty="0" smtClean="0"/>
              <a:t>Windows </a:t>
            </a:r>
            <a:r>
              <a:rPr lang="ko-KR" altLang="en-US" sz="1400" dirty="0" err="1" smtClean="0"/>
              <a:t>콘솔창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CMD </a:t>
            </a:r>
            <a:r>
              <a:rPr lang="ko-KR" altLang="en-US" sz="1400" dirty="0" smtClean="0"/>
              <a:t>이용</a:t>
            </a:r>
            <a:endParaRPr lang="en-US" altLang="ko-KR" sz="1100" dirty="0" smtClean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120" y="3258275"/>
            <a:ext cx="3296356" cy="27235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52" y="3264060"/>
            <a:ext cx="3657070" cy="2763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75" y="2443264"/>
            <a:ext cx="3834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</a:t>
            </a:r>
            <a:r>
              <a:rPr lang="en-US" altLang="ko-KR" sz="2400" dirty="0" err="1" smtClean="0"/>
              <a:t>Git</a:t>
            </a: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인증관리자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사용설정</a:t>
            </a:r>
            <a:endParaRPr lang="en-US" altLang="ko-KR" sz="2400" dirty="0" smtClean="0"/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smtClean="0"/>
              <a:t>다운로드</a:t>
            </a:r>
            <a:r>
              <a:rPr lang="en-US" altLang="ko-KR" dirty="0" smtClean="0"/>
              <a:t>.6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9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486136" y="3750197"/>
            <a:ext cx="3369264" cy="2277555"/>
            <a:chOff x="329337" y="3795886"/>
            <a:chExt cx="3723646" cy="2509285"/>
          </a:xfrm>
        </p:grpSpPr>
        <p:grpSp>
          <p:nvGrpSpPr>
            <p:cNvPr id="12" name="그룹 11"/>
            <p:cNvGrpSpPr/>
            <p:nvPr/>
          </p:nvGrpSpPr>
          <p:grpSpPr>
            <a:xfrm>
              <a:off x="329337" y="3795886"/>
              <a:ext cx="3723646" cy="1416369"/>
              <a:chOff x="4989626" y="1140604"/>
              <a:chExt cx="2283318" cy="3132502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4989626" y="1140604"/>
                <a:ext cx="2283318" cy="1343032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613819" y="3316817"/>
                <a:ext cx="443203" cy="956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2764156" y="6033515"/>
              <a:ext cx="575312" cy="27165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706096" y="2443263"/>
            <a:ext cx="1898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기타 옵션</a:t>
            </a:r>
            <a:endParaRPr lang="en-US" altLang="ko-KR" b="1" dirty="0" smtClean="0"/>
          </a:p>
        </p:txBody>
      </p:sp>
      <p:grpSp>
        <p:nvGrpSpPr>
          <p:cNvPr id="26" name="그룹 25"/>
          <p:cNvGrpSpPr/>
          <p:nvPr/>
        </p:nvGrpSpPr>
        <p:grpSpPr>
          <a:xfrm>
            <a:off x="6491968" y="5736930"/>
            <a:ext cx="603747" cy="657263"/>
            <a:chOff x="7206890" y="4371492"/>
            <a:chExt cx="3044819" cy="1476806"/>
          </a:xfrm>
        </p:grpSpPr>
        <p:sp>
          <p:nvSpPr>
            <p:cNvPr id="28" name="TextBox 27"/>
            <p:cNvSpPr txBox="1"/>
            <p:nvPr/>
          </p:nvSpPr>
          <p:spPr>
            <a:xfrm>
              <a:off x="7206890" y="4810982"/>
              <a:ext cx="2944293" cy="103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698607" y="4371492"/>
              <a:ext cx="2553102" cy="51362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4530749" y="3981691"/>
            <a:ext cx="2832535" cy="50592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92" y="3807780"/>
            <a:ext cx="2759908" cy="16245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98061" y="2852882"/>
            <a:ext cx="1524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설치 완료</a:t>
            </a:r>
            <a:endParaRPr lang="en-US" altLang="ko-KR" b="1" dirty="0" smtClean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명령어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8010" y="4781669"/>
            <a:ext cx="45144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accent2"/>
                </a:solidFill>
              </a:rPr>
              <a:t>g</a:t>
            </a:r>
            <a:r>
              <a:rPr lang="en-US" altLang="ko-KR" dirty="0" err="1" smtClean="0">
                <a:solidFill>
                  <a:schemeClr val="accent2"/>
                </a:solidFill>
              </a:rPr>
              <a:t>it</a:t>
            </a:r>
            <a:r>
              <a:rPr lang="en-US" altLang="ko-KR" dirty="0" smtClean="0">
                <a:solidFill>
                  <a:schemeClr val="accent2"/>
                </a:solidFill>
              </a:rPr>
              <a:t> </a:t>
            </a:r>
            <a:r>
              <a:rPr lang="en-US" altLang="ko-KR" dirty="0" err="1" smtClean="0">
                <a:solidFill>
                  <a:schemeClr val="accent2"/>
                </a:solidFill>
              </a:rPr>
              <a:t>config</a:t>
            </a:r>
            <a:r>
              <a:rPr lang="en-US" altLang="ko-KR" dirty="0" smtClean="0">
                <a:solidFill>
                  <a:schemeClr val="accent2"/>
                </a:solidFill>
              </a:rPr>
              <a:t> –global user.name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이름 설정</a:t>
            </a:r>
            <a:endParaRPr lang="en-US" altLang="ko-KR" dirty="0" smtClean="0"/>
          </a:p>
          <a:p>
            <a:r>
              <a:rPr lang="en-US" altLang="ko-KR" dirty="0" err="1">
                <a:solidFill>
                  <a:schemeClr val="accent2"/>
                </a:solidFill>
              </a:rPr>
              <a:t>git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 err="1">
                <a:solidFill>
                  <a:schemeClr val="accent2"/>
                </a:solidFill>
              </a:rPr>
              <a:t>config</a:t>
            </a:r>
            <a:r>
              <a:rPr lang="en-US" altLang="ko-KR" dirty="0">
                <a:solidFill>
                  <a:schemeClr val="accent2"/>
                </a:solidFill>
              </a:rPr>
              <a:t> –global </a:t>
            </a:r>
            <a:r>
              <a:rPr lang="en-US" altLang="ko-KR" dirty="0" err="1" smtClean="0">
                <a:solidFill>
                  <a:schemeClr val="accent2"/>
                </a:solidFill>
              </a:rPr>
              <a:t>user.email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이메일 설정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>
                <a:solidFill>
                  <a:schemeClr val="accent2"/>
                </a:solidFill>
              </a:rPr>
              <a:t>Cat ~/.</a:t>
            </a:r>
            <a:r>
              <a:rPr lang="en-US" altLang="ko-KR" dirty="0" err="1" smtClean="0">
                <a:solidFill>
                  <a:schemeClr val="accent2"/>
                </a:solidFill>
              </a:rPr>
              <a:t>gitconfig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정보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정보세팅</a:t>
            </a:r>
            <a:r>
              <a:rPr lang="ko-KR" altLang="en-US" dirty="0"/>
              <a:t> </a:t>
            </a:r>
            <a:r>
              <a:rPr lang="ko-KR" altLang="en-US" dirty="0" smtClean="0"/>
              <a:t>한번은 </a:t>
            </a:r>
            <a:r>
              <a:rPr lang="ko-KR" altLang="en-US" dirty="0" err="1" smtClean="0"/>
              <a:t>해줘야한다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47" y="1970590"/>
            <a:ext cx="5206153" cy="26644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14040" y="2351590"/>
            <a:ext cx="32351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2"/>
                </a:solidFill>
              </a:rPr>
              <a:t>Cd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원하는 위치로 이동 </a:t>
            </a:r>
            <a:endParaRPr lang="en-US" altLang="ko-KR" dirty="0"/>
          </a:p>
          <a:p>
            <a:r>
              <a:rPr lang="en-US" altLang="ko-KR" dirty="0" smtClean="0"/>
              <a:t> </a:t>
            </a:r>
            <a:r>
              <a:rPr lang="en-US" altLang="ko-KR" dirty="0" smtClean="0">
                <a:solidFill>
                  <a:schemeClr val="accent1"/>
                </a:solidFill>
              </a:rPr>
              <a:t>ex) cd</a:t>
            </a:r>
            <a:r>
              <a:rPr lang="en-US" altLang="ko-KR" dirty="0">
                <a:solidFill>
                  <a:schemeClr val="accent1"/>
                </a:solidFill>
              </a:rPr>
              <a:t> C:\</a:t>
            </a:r>
            <a:r>
              <a:rPr lang="en-US" altLang="ko-KR" dirty="0" smtClean="0">
                <a:solidFill>
                  <a:schemeClr val="accent1"/>
                </a:solidFill>
              </a:rPr>
              <a:t>xorbis</a:t>
            </a:r>
          </a:p>
          <a:p>
            <a:endParaRPr lang="en-US" altLang="ko-KR" dirty="0"/>
          </a:p>
          <a:p>
            <a:r>
              <a:rPr lang="en-US" altLang="ko-KR" dirty="0" smtClean="0">
                <a:solidFill>
                  <a:schemeClr val="accent2"/>
                </a:solidFill>
              </a:rPr>
              <a:t>ls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내부 파일 확인</a:t>
            </a:r>
            <a:endParaRPr lang="en-US" altLang="ko-KR" dirty="0" smtClean="0"/>
          </a:p>
          <a:p>
            <a:r>
              <a:rPr lang="en-US" altLang="ko-KR" dirty="0" smtClean="0"/>
              <a:t> -l </a:t>
            </a:r>
            <a:r>
              <a:rPr lang="ko-KR" altLang="en-US" dirty="0" err="1" smtClean="0"/>
              <a:t>파일정보</a:t>
            </a:r>
            <a:r>
              <a:rPr lang="ko-KR" altLang="en-US" dirty="0" smtClean="0"/>
              <a:t> 확인</a:t>
            </a:r>
            <a:endParaRPr lang="en-US" altLang="ko-KR" dirty="0" smtClean="0"/>
          </a:p>
          <a:p>
            <a:r>
              <a:rPr lang="en-US" altLang="ko-KR" dirty="0" err="1" smtClean="0">
                <a:solidFill>
                  <a:schemeClr val="accent2"/>
                </a:solidFill>
              </a:rPr>
              <a:t>mkdir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새로운 디렉토리 제작</a:t>
            </a:r>
            <a:endParaRPr lang="en-US" altLang="ko-KR" dirty="0" smtClean="0"/>
          </a:p>
          <a:p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 smtClean="0">
                <a:solidFill>
                  <a:schemeClr val="accent1"/>
                </a:solidFill>
              </a:rPr>
              <a:t>ex) </a:t>
            </a:r>
            <a:r>
              <a:rPr lang="en-US" altLang="ko-KR" dirty="0" err="1" smtClean="0">
                <a:solidFill>
                  <a:schemeClr val="accent1"/>
                </a:solidFill>
              </a:rPr>
              <a:t>mkdir</a:t>
            </a:r>
            <a:r>
              <a:rPr lang="en-US" altLang="ko-KR" dirty="0" smtClean="0">
                <a:solidFill>
                  <a:schemeClr val="accent1"/>
                </a:solidFill>
              </a:rPr>
              <a:t> ho</a:t>
            </a:r>
          </a:p>
          <a:p>
            <a:r>
              <a:rPr lang="en-US" altLang="ko-KR" dirty="0"/>
              <a:t>  </a:t>
            </a:r>
            <a:r>
              <a:rPr lang="ko-KR" altLang="en-US" dirty="0" smtClean="0"/>
              <a:t>ㄴ 새로운 </a:t>
            </a:r>
            <a:r>
              <a:rPr lang="en-US" altLang="ko-KR" dirty="0" smtClean="0"/>
              <a:t>ho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Clear : </a:t>
            </a:r>
            <a:r>
              <a:rPr lang="ko-KR" altLang="en-US" dirty="0" smtClean="0"/>
              <a:t>내역 지우기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>
                <a:solidFill>
                  <a:schemeClr val="accent2"/>
                </a:solidFill>
              </a:rPr>
              <a:t>g</a:t>
            </a:r>
            <a:r>
              <a:rPr lang="en-US" altLang="ko-KR" dirty="0" err="1" smtClean="0">
                <a:solidFill>
                  <a:schemeClr val="accent2"/>
                </a:solidFill>
              </a:rPr>
              <a:t>it</a:t>
            </a:r>
            <a:r>
              <a:rPr lang="en-US" altLang="ko-KR" dirty="0" smtClean="0">
                <a:solidFill>
                  <a:schemeClr val="accent2"/>
                </a:solidFill>
              </a:rPr>
              <a:t> </a:t>
            </a:r>
            <a:r>
              <a:rPr lang="en-US" altLang="ko-KR" dirty="0" err="1" smtClean="0">
                <a:solidFill>
                  <a:schemeClr val="accent2"/>
                </a:solidFill>
              </a:rPr>
              <a:t>init</a:t>
            </a:r>
            <a:r>
              <a:rPr lang="en-US" altLang="ko-KR" dirty="0" smtClean="0">
                <a:solidFill>
                  <a:schemeClr val="accent2"/>
                </a:solidFill>
              </a:rPr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파일에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8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명령어</a:t>
            </a:r>
            <a:r>
              <a:rPr lang="en-US" altLang="ko-KR" dirty="0" smtClean="0"/>
              <a:t>.2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260327" y="1807474"/>
            <a:ext cx="98555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en-US" altLang="ko-KR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 add </a:t>
            </a:r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. : </a:t>
            </a:r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현재 폴더의 파일들과 하위 폴더의 파일 모두를 저장할 대상으로 지정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 smtClean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commit </a:t>
            </a:r>
            <a:r>
              <a:rPr lang="en-US" altLang="ko-KR" dirty="0" smtClean="0"/>
              <a:t>–m :＂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“ : </a:t>
            </a:r>
            <a:r>
              <a:rPr lang="ko-KR" altLang="en-US" dirty="0" smtClean="0"/>
              <a:t>세이브 커맨드 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커밋이름</a:t>
            </a:r>
            <a:r>
              <a:rPr lang="en-US" altLang="ko-KR" dirty="0" smtClean="0"/>
              <a:t>”</a:t>
            </a:r>
            <a:endParaRPr lang="en-US" altLang="ko-KR" dirty="0"/>
          </a:p>
          <a:p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log </a:t>
            </a:r>
            <a:r>
              <a:rPr lang="en-US" altLang="ko-KR" dirty="0" smtClean="0"/>
              <a:t>–</a:t>
            </a:r>
            <a:r>
              <a:rPr lang="en-US" altLang="ko-KR" dirty="0" err="1" smtClean="0"/>
              <a:t>oneline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저장된 </a:t>
            </a:r>
            <a:r>
              <a:rPr lang="en-US" altLang="ko-KR" dirty="0" smtClean="0"/>
              <a:t>commit list</a:t>
            </a:r>
            <a:r>
              <a:rPr lang="ko-KR" altLang="en-US" dirty="0" smtClean="0"/>
              <a:t>를 보여준다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reset </a:t>
            </a:r>
            <a:r>
              <a:rPr lang="en-US" altLang="ko-KR" dirty="0" smtClean="0"/>
              <a:t>–hard </a:t>
            </a:r>
            <a:r>
              <a:rPr lang="ko-KR" altLang="en-US" dirty="0" smtClean="0"/>
              <a:t>번호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해당 번호의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으로 돌아간다</a:t>
            </a:r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471724" y="5561141"/>
            <a:ext cx="6162264" cy="752931"/>
            <a:chOff x="5717347" y="5667199"/>
            <a:chExt cx="6162264" cy="75293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1639" y="5669745"/>
              <a:ext cx="5344271" cy="381053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5717347" y="6050798"/>
              <a:ext cx="61622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7</a:t>
              </a: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자리 번호 입력 시 </a:t>
              </a:r>
              <a:r>
                <a:rPr lang="en-US" altLang="ko-KR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my first commit </a:t>
              </a: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상태로 롤백 </a:t>
              </a:r>
              <a:endPara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380921" y="5667199"/>
              <a:ext cx="649821" cy="2251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121080" y="3534873"/>
            <a:ext cx="5186035" cy="1382404"/>
            <a:chOff x="5788127" y="4215229"/>
            <a:chExt cx="5186035" cy="13824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2419" y="4215229"/>
              <a:ext cx="3077004" cy="733527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5842419" y="4693603"/>
              <a:ext cx="649821" cy="2251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509488" y="4693603"/>
              <a:ext cx="1355876" cy="2251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788127" y="4951302"/>
              <a:ext cx="518603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앞의 노란 번호는 </a:t>
              </a:r>
              <a:r>
                <a:rPr lang="en-US" altLang="ko-KR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commit id </a:t>
              </a: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의 처음 </a:t>
              </a:r>
              <a:r>
                <a:rPr lang="en-US" altLang="ko-KR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7</a:t>
              </a: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자리</a:t>
              </a:r>
              <a:endPara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  <a:p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뒤는 커밋한 이름</a:t>
              </a:r>
              <a:endPara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34411" y="3421822"/>
            <a:ext cx="4501415" cy="2118028"/>
            <a:chOff x="892569" y="4083183"/>
            <a:chExt cx="4501415" cy="2118028"/>
          </a:xfrm>
        </p:grpSpPr>
        <p:sp>
          <p:nvSpPr>
            <p:cNvPr id="10" name="직사각형 9"/>
            <p:cNvSpPr/>
            <p:nvPr/>
          </p:nvSpPr>
          <p:spPr>
            <a:xfrm>
              <a:off x="892569" y="5277881"/>
              <a:ext cx="450141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AutoNum type="arabicParenR"/>
              </a:pPr>
              <a:r>
                <a:rPr lang="ko-KR" altLang="en-US" dirty="0" err="1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커밋</a:t>
              </a: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 이름</a:t>
              </a:r>
              <a:endPara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  <a:p>
              <a:pPr marL="342900" indent="-342900">
                <a:buAutoNum type="arabicParenR"/>
              </a:pPr>
              <a:r>
                <a:rPr lang="ko-KR" alt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추가된 파일 </a:t>
              </a:r>
              <a:r>
                <a:rPr lang="en-US" altLang="ko-KR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aaa.txt</a:t>
              </a:r>
            </a:p>
            <a:p>
              <a:pPr marL="342900" indent="-342900">
                <a:buAutoNum type="arabicParenR"/>
              </a:pPr>
              <a:endPara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endParaRPr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7305" y="4083183"/>
              <a:ext cx="4257484" cy="1220839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977305" y="5151120"/>
              <a:ext cx="1979255" cy="1564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051725" y="4727948"/>
              <a:ext cx="767675" cy="1907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2255" y="4292493"/>
              <a:ext cx="653990" cy="392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u="sng" dirty="0" smtClean="0">
                  <a:solidFill>
                    <a:srgbClr val="FF0000"/>
                  </a:solidFill>
                </a:rPr>
                <a:t>(1)</a:t>
              </a:r>
              <a:endParaRPr lang="ko-KR" altLang="en-US" sz="2400" b="1" u="sng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28873" y="4971714"/>
              <a:ext cx="5838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u="sng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u="sng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4" name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765" y="5391789"/>
            <a:ext cx="1694276" cy="680877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/>
          <a:srcRect l="537" t="9724" r="67808" b="56571"/>
          <a:stretch/>
        </p:blipFill>
        <p:spPr>
          <a:xfrm>
            <a:off x="6842441" y="5391789"/>
            <a:ext cx="2319106" cy="708063"/>
          </a:xfrm>
          <a:prstGeom prst="rect">
            <a:avLst/>
          </a:prstGeom>
        </p:spPr>
      </p:pic>
      <p:cxnSp>
        <p:nvCxnSpPr>
          <p:cNvPr id="27" name="직선 화살표 연결선 26"/>
          <p:cNvCxnSpPr>
            <a:stCxn id="25" idx="3"/>
            <a:endCxn id="24" idx="1"/>
          </p:cNvCxnSpPr>
          <p:nvPr/>
        </p:nvCxnSpPr>
        <p:spPr>
          <a:xfrm flipV="1">
            <a:off x="9161547" y="5732228"/>
            <a:ext cx="715218" cy="13593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endCxn id="5" idx="1"/>
          </p:cNvCxnSpPr>
          <p:nvPr/>
        </p:nvCxnSpPr>
        <p:spPr>
          <a:xfrm>
            <a:off x="4893879" y="3901614"/>
            <a:ext cx="1281493" cy="23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5" idx="1"/>
          </p:cNvCxnSpPr>
          <p:nvPr/>
        </p:nvCxnSpPr>
        <p:spPr>
          <a:xfrm flipH="1">
            <a:off x="4320540" y="3901637"/>
            <a:ext cx="1854832" cy="168642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" idx="3"/>
            <a:endCxn id="25" idx="1"/>
          </p:cNvCxnSpPr>
          <p:nvPr/>
        </p:nvCxnSpPr>
        <p:spPr>
          <a:xfrm flipV="1">
            <a:off x="5870287" y="5745821"/>
            <a:ext cx="972154" cy="8393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8155947" y="6129406"/>
            <a:ext cx="2911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>
                <a:solidFill>
                  <a:prstClr val="black"/>
                </a:solidFill>
                <a:latin typeface="Lucida Console" panose="020B0609040504020204" pitchFamily="49" charset="0"/>
              </a:rPr>
              <a:t>추가 하기 전으로 돌아감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7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명령어</a:t>
            </a:r>
            <a:r>
              <a:rPr lang="en-US" altLang="ko-KR" dirty="0" smtClean="0"/>
              <a:t>.3 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260327" y="1807474"/>
            <a:ext cx="7800533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remote add origin https://github.com/mok-03/GitTesting.git</a:t>
            </a:r>
          </a:p>
          <a:p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ㄴ </a:t>
            </a:r>
            <a:r>
              <a:rPr lang="ko-KR" altLang="en-US" dirty="0"/>
              <a:t> 현재 컴퓨터에 </a:t>
            </a:r>
            <a:r>
              <a:rPr lang="en-US" altLang="ko-KR" dirty="0" err="1"/>
              <a:t>git</a:t>
            </a:r>
            <a:r>
              <a:rPr lang="ko-KR" altLang="en-US" dirty="0"/>
              <a:t>이 있고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 err="1"/>
              <a:t>git</a:t>
            </a:r>
            <a:r>
              <a:rPr lang="ko-KR" altLang="en-US" dirty="0"/>
              <a:t>저장소를 </a:t>
            </a:r>
            <a:r>
              <a:rPr lang="en-US" altLang="ko-KR" dirty="0" err="1"/>
              <a:t>github</a:t>
            </a:r>
            <a:r>
              <a:rPr lang="ko-KR" altLang="en-US" dirty="0"/>
              <a:t>에 </a:t>
            </a:r>
            <a:r>
              <a:rPr lang="ko-KR" altLang="en-US" dirty="0" err="1" smtClean="0"/>
              <a:t>올리는법</a:t>
            </a:r>
            <a:endParaRPr lang="en-US" altLang="ko-KR" dirty="0" smtClean="0"/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Err : </a:t>
            </a:r>
            <a:r>
              <a:rPr lang="ko-KR" altLang="en-US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이미존재합니다</a:t>
            </a:r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Origin </a:t>
            </a:r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에 </a:t>
            </a:r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master branch </a:t>
            </a:r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업로드 합니다</a:t>
            </a:r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</a:p>
          <a:p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사용시 </a:t>
            </a:r>
            <a:r>
              <a:rPr lang="en-US" altLang="ko-KR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GitHub </a:t>
            </a:r>
            <a:r>
              <a:rPr lang="ko-KR" altLang="en-US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로그인창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에서 로그인후 연동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82" y="2468372"/>
            <a:ext cx="5620534" cy="3238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27" y="3712525"/>
            <a:ext cx="2543530" cy="3048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330" y="4098391"/>
            <a:ext cx="2159550" cy="237443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880" y="4098391"/>
            <a:ext cx="1711431" cy="240819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311" y="4098391"/>
            <a:ext cx="1553347" cy="2355268"/>
          </a:xfrm>
          <a:prstGeom prst="rect">
            <a:avLst/>
          </a:prstGeom>
        </p:spPr>
      </p:pic>
      <p:cxnSp>
        <p:nvCxnSpPr>
          <p:cNvPr id="30" name="꺾인 연결선 29"/>
          <p:cNvCxnSpPr/>
          <p:nvPr/>
        </p:nvCxnSpPr>
        <p:spPr>
          <a:xfrm>
            <a:off x="4097441" y="4953968"/>
            <a:ext cx="2406890" cy="844947"/>
          </a:xfrm>
          <a:prstGeom prst="bentConnector3">
            <a:avLst>
              <a:gd name="adj1" fmla="val -4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3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명령어</a:t>
            </a:r>
            <a:r>
              <a:rPr lang="en-US" altLang="ko-KR" dirty="0" smtClean="0"/>
              <a:t>.4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349" y="2013854"/>
            <a:ext cx="4961050" cy="20575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13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27891" y="1690688"/>
            <a:ext cx="5638082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다른 주소가 적혀 있다면 아래 방법으로 변경가능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ko-KR" alt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변경 확인 코드</a:t>
            </a:r>
            <a:endParaRPr lang="en-US" altLang="ko-KR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remote </a:t>
            </a:r>
            <a:r>
              <a:rPr lang="en-US" altLang="ko-KR" dirty="0" smtClean="0"/>
              <a:t>–v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완료 후의 모습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02013"/>
            <a:ext cx="5630061" cy="5430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70443"/>
            <a:ext cx="5849166" cy="137179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132" y="3937916"/>
            <a:ext cx="3899668" cy="2418434"/>
          </a:xfrm>
          <a:prstGeom prst="rect">
            <a:avLst/>
          </a:prstGeom>
        </p:spPr>
      </p:pic>
      <p:cxnSp>
        <p:nvCxnSpPr>
          <p:cNvPr id="10" name="꺾인 연결선 9"/>
          <p:cNvCxnSpPr>
            <a:stCxn id="8" idx="2"/>
            <a:endCxn id="9" idx="1"/>
          </p:cNvCxnSpPr>
          <p:nvPr/>
        </p:nvCxnSpPr>
        <p:spPr>
          <a:xfrm rot="5400000" flipH="1" flipV="1">
            <a:off x="5510906" y="3399009"/>
            <a:ext cx="195101" cy="3691349"/>
          </a:xfrm>
          <a:prstGeom prst="bentConnector4">
            <a:avLst>
              <a:gd name="adj1" fmla="val -117170"/>
              <a:gd name="adj2" fmla="val 89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1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명령어</a:t>
            </a:r>
            <a:r>
              <a:rPr lang="en-US" altLang="ko-KR" dirty="0" smtClean="0"/>
              <a:t>.5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14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29856" y="1572251"/>
            <a:ext cx="3209533" cy="53553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/>
              <a:t>Github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저장소 </a:t>
            </a:r>
            <a:r>
              <a:rPr lang="ko-KR" altLang="en-US" dirty="0" err="1" smtClean="0"/>
              <a:t>내려받기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Master </a:t>
            </a:r>
            <a:r>
              <a:rPr lang="ko-KR" altLang="en-US" dirty="0" smtClean="0"/>
              <a:t>가 없는 파일에서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$ </a:t>
            </a: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clone “</a:t>
            </a:r>
            <a:r>
              <a:rPr lang="ko-KR" altLang="en-US" dirty="0" smtClean="0"/>
              <a:t>저장소 주소</a:t>
            </a:r>
            <a:r>
              <a:rPr lang="en-US" altLang="ko-KR" dirty="0" smtClean="0"/>
              <a:t>＂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3" y="1908627"/>
            <a:ext cx="5067090" cy="214727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955834" y="3426107"/>
            <a:ext cx="370390" cy="3240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385806" y="3357319"/>
            <a:ext cx="48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u="sng" dirty="0" smtClean="0">
                <a:solidFill>
                  <a:srgbClr val="FF0000"/>
                </a:solidFill>
              </a:rPr>
              <a:t>(1)</a:t>
            </a:r>
            <a:endParaRPr lang="ko-KR" altLang="en-US" sz="2400" b="1" u="sng" dirty="0">
              <a:solidFill>
                <a:srgbClr val="FF0000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48" y="4658460"/>
            <a:ext cx="3639058" cy="40963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5" y="5522862"/>
            <a:ext cx="5315692" cy="103837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641" y="2136095"/>
            <a:ext cx="4695959" cy="1290012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6772667" y="1572251"/>
            <a:ext cx="4261103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내부로 이동시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생성 </a:t>
            </a:r>
            <a:r>
              <a:rPr lang="ko-KR" altLang="en-US" dirty="0" err="1" smtClean="0"/>
              <a:t>된것</a:t>
            </a:r>
            <a:r>
              <a:rPr lang="ko-KR" altLang="en-US" dirty="0" smtClean="0"/>
              <a:t> 확인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               </a:t>
            </a:r>
            <a:r>
              <a:rPr lang="ko-KR" altLang="en-US" dirty="0" smtClean="0"/>
              <a:t>ㄴ </a:t>
            </a:r>
            <a:r>
              <a:rPr lang="en-US" altLang="ko-KR" dirty="0" smtClean="0"/>
              <a:t>log commit </a:t>
            </a:r>
            <a:r>
              <a:rPr lang="ko-KR" altLang="en-US" dirty="0" smtClean="0"/>
              <a:t>확인가능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altLang="ko-K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2387" y="220027"/>
            <a:ext cx="534353" cy="5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9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 Desktop </a:t>
            </a:r>
            <a:r>
              <a:rPr lang="en-US" altLang="ko-KR" dirty="0" err="1" smtClean="0"/>
              <a:t>DownLoad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9442" y="6282927"/>
            <a:ext cx="3900627" cy="2383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ko-KR" altLang="en-US" dirty="0" smtClean="0"/>
              <a:t>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2"/>
              </a:rPr>
              <a:t>https</a:t>
            </a:r>
            <a:r>
              <a:rPr lang="en-US" altLang="ko-KR" dirty="0">
                <a:hlinkClick r:id="rId2"/>
              </a:rPr>
              <a:t>://desktop.github.com/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15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1" y="185739"/>
            <a:ext cx="614362" cy="61436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" y="2859038"/>
            <a:ext cx="4709311" cy="308721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407446" y="5539089"/>
            <a:ext cx="2444464" cy="40716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16246"/>
            <a:ext cx="4435355" cy="5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9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16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1" y="185739"/>
            <a:ext cx="614362" cy="6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4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572</Words>
  <Application>Microsoft Office PowerPoint</Application>
  <PresentationFormat>와이드스크린</PresentationFormat>
  <Paragraphs>184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YDIYGO320</vt:lpstr>
      <vt:lpstr>돋움</vt:lpstr>
      <vt:lpstr>맑은 고딕</vt:lpstr>
      <vt:lpstr>-윤고딕330</vt:lpstr>
      <vt:lpstr>Arial</vt:lpstr>
      <vt:lpstr>Lucida Console</vt:lpstr>
      <vt:lpstr>MV Boli</vt:lpstr>
      <vt:lpstr>Office 테마</vt:lpstr>
      <vt:lpstr>Git  매뉴얼</vt:lpstr>
      <vt:lpstr>PowerPoint 프레젠테이션</vt:lpstr>
      <vt:lpstr>Git 다운로드.1</vt:lpstr>
      <vt:lpstr>Git 다운로드.2</vt:lpstr>
      <vt:lpstr>Git 다운로드.3</vt:lpstr>
      <vt:lpstr>Git 다운로드.4</vt:lpstr>
      <vt:lpstr>Git 다운로드.5</vt:lpstr>
      <vt:lpstr>Git 다운로드.6</vt:lpstr>
      <vt:lpstr>Git 다운로드.6</vt:lpstr>
      <vt:lpstr>Git 명령어</vt:lpstr>
      <vt:lpstr>Git 명령어.2</vt:lpstr>
      <vt:lpstr>Git 명령어.3 </vt:lpstr>
      <vt:lpstr>Git 명령어.4  </vt:lpstr>
      <vt:lpstr>Git 명령어.5  </vt:lpstr>
      <vt:lpstr>Git Desktop DownLoad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68</cp:revision>
  <dcterms:created xsi:type="dcterms:W3CDTF">2021-10-25T01:17:57Z</dcterms:created>
  <dcterms:modified xsi:type="dcterms:W3CDTF">2021-10-26T07:09:17Z</dcterms:modified>
</cp:coreProperties>
</file>